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evaluation plan annotates each algebra operation with the algorithm and indices to use. DSC example: σsalary&lt;75000 can be evaluated by a scan or by an index on salary.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9: Query processing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 and query optimization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45, 46, 47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DSC Ch. 15, §15.1–15.5, pp. 689–718; Ch. 16, §16.1–16.2, pp. 743–756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9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Overview of query 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 Measures of query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Selection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External sort-merge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 Nested-loop, block nested-loop, indexed nested-loop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join, hash join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 Overview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 Equivalence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plans in SQL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CQ9.1–CQ9.3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query processing, measures of query cost, selection, sorting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15, §15.1–15.4, pp. 689–703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 Overview of query 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Parsing and translation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syntax and names; translate the SQL query into an internal form based on relational algebra.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Optimization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Choose, among equivalent evaluation plans, one with low estimated cost.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80060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Evaluation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runs the chosen plan and returns the result.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 Measures of query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access usually dominates; DSC measures cost by block transfers and seeks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tT + S · tS, for b block transfers and S seeks; tT = time to transfer one block, tS = average seek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cost is ignored in the simple model; so is the cost of writing the final result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assume the worst case for buffer availability unless stated otherwise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 below: br = number of blocks of r, nr = number of tuples of r, hi = height of index 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 Selection algorithms (main cases)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Linear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+ br · 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A1, equality on a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at first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average tS + (br/2) · 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Clustering index,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 + 1) · (tT + 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Clustering index, non-key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equality, b matching blocks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 · (tT + tS) + tS + b · 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Secondary index,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 + 1) · (tT + 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Secondary index, non-key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equality, n matching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 + n) · (tT + 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index on a non-key can be worse than a linear scan when n is large (see Chapter 8, Exercise 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selections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124712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(A5, A6):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σA≥v uses an ordered index to find the first match, then scans in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index for one condition and test the others in memory; or intersect record pointers from several indices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record pointers from indices, only if every condition has an index; otherwise a linear scan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linear scan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indices (DSC §14.9, beyond this course) make intersections and unions of pointer sets cheap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 External sort-merge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 = number of memory blocks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Stage 1: create sorted runs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M blocks of r into memory;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sort them in memory;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 the sorted run Ri to disk;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the end of 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Stage 2: merge the runs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merge M - 1 runs at a time (one block for output),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repeating passes until a single run remains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(DSC §15.4)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runs: ⌈br / M⌉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passes: ⌈log(M−1)(br / M)⌉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transfers: br · (2 ⌈log(M−1)(br / M)⌉ + 1), not counting the final 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matters for order by, merge join, duplicate elimination and grouping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operation: nested-loop, block nested-loop, indexed nested-loop, merge join and hash join; cost comparison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15, §15.5, pp. 704–718 · Self-study: §15.6, pp. 719–723; §15.7 (pipelining), pp. 724–730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Nested-loop and block nested-loop join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nested-loop join of r and s on 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tuple tr in r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tuple ts in s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(tr, ts) satisfies θ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add tr · ts to the result;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block nested-loop join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block Br of r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block Bs of s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tuple tr in Br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each tuple ts in Bs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(tr, ts) satisfies θ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add tr · ts to the result;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worst case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loop: nr · bs + br transfers, nr + br seeks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nested loop: br · bs + br transfers, 2 · br seeks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smaller relation fits in memory: br + bs transfers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 blocks: ⌈br / (M − 2)⌉ · bs + br transfers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Indexed nested-loop, merge and hash join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Indexed nested-loop join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tuple of the outer relation r, look up matching tuples of s with an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br · (tT + tS) + nr · c, where c is the cost of one index lookup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r is small and s has an index on the join attribute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join and hash join (equi-joins)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join: sort both relations on the join attributes, then merge; br + bs transfers once sorted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join: partition both relations with the same hash function, then build and probe one partition pair at a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join cost without recursive partitioning: about 3 (br + bs) block transfers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comparison: student ⋈ 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running example. student: nr = 5,000 tuples, br = 100 blocks. takes: ns = 10,000 tuples, bs = 400 blocks.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transfers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loop, student 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· 400 + 100 = 2,000,100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loop, takes 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· 100 + 400 = 1,000,400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nested loop, student 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· 400 + 100 = 40,100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nested loop, enough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+ 400 = 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join (inputs sorted)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+ 400 = 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sorting if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join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 · (100 + 400) = 1,500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recursive partitioning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nested loop with a B+-tree on takes(ID) of height 4: about 100 + 5,000 · 5 = 25,100 (each lookup: 4 index nodes + 1 data block).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query optimization; equivalence rules; reading execution plans in SQL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16, §16.1–16.2, pp. 743–756 · Self-study: §16.3, pp. 757–765; optional §16.4, pp. 766–777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 Overview of query optimization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has many equivalent expressions and, for each, many evaluation plans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optimization: generate equivalent expressions, annotate them with algorithms, estimate the cost of each plan, choose the cheapest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use statistics about relations: number of tuples, distinct values, histograms (self-study §16.3)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good and a bad plan can be several orders of magnitude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(DSC §16.1)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instructors in Music with the titles of courses they teach: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σdept_name='Music' on instructor before joining with teaches and course.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 Selected equivalence rules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85216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σθ1∧θ2(E) ≡ σθ1(σθ2(E))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a conjunctive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σθ1(σθ2(E)) ≡ σθ2(σθ1(E))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selections commute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σθ(E1 × E2) ≡ E1 ⋈θ 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a product into a 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⋈θ E2 ≡ E2 ⋈θ 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commutativity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(E1 ⋈ E2) ⋈ E3 ≡ E1 ⋈ (E2 ⋈ E3)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associativity: join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σθ0(E1 ⋈θ E2) ≡ (σθ0(E1)) ⋈θ E2, if θ0 uses only attributes of 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selections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ΠL1∪L2(E1 ⋈θ E2) ≡ ΠL1(E1) ⋈θ ΠL2(E2), if θ uses only L1 ∪ 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projections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follows DSC §16.2.1; see the textbook for the full list (set operations, aggregation, outer joins).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ordering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Associativity and commutativity give many join orders for the same query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relations there are (2(n − 1))! / (n − 1)! different join orders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5: 1,680;   n = 7: 665,280;   n = 10: more than 17.6 billion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optimizer cannot enumerate them all; DSC §16.4 (optional) shows dynamic programming, which reduces the work to O(3ⁿ) for the best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restrict the search, e.g. considering only left-deep join trees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CQ9.3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number of join orders grow so quickly, and why can the optimizer not simply try them all?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execution plans in SQL Server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statistics io on;     -- logical and physical reads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statistics time on;   -- CPU and elapsed time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t.course_id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student s join takes t on s.ID = t.ID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s.dept_name = 'History';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SSMS: Display Estimated Execution Plan (Ctrl+L)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    Include Actual Execution Plan    (Ctrl+M)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graphical plan from right to left: data flows towards the select operator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operators: Table Scan, Clustered Index Scan, Index Seek, Key Lookup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operators: Nested Loops, Merge Join, Hash 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estimated and actual number of rows: large gaps point to wrong estimates (CQ9.1)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part 1 uses these tools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CQ9.1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optimizer relies on estimates. What happens when the estimates are wrong, and where do the errors come from?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that are out of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assumptions between attributes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errors propagate through several joins?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DSC §16.3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 et al., How good are query optimizers, really? PVLDB 9(3), 2015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CQ9.2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query can often be written with a join, a subquery or a set operation. Should the choice affect performance? Why or why not?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optimizer see after translation?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rewrites must the optimizer know (e.g. decorrelation)?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compare the plans in SQL Server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§16.2; §16.4 (nested subqueries, optional)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equivalent formulations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CQ9.3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number of possible join orders grow so quickly, and why can an optimizer not simply try them all?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join orders for n = 3, 4,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dynamic programming save?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lost by considering only left-deep trees?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DSC §16.4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Selinger et al., Access path selection in a relational DBMS, SIGMOD 1979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processing: parse and translate, optimize, evaluate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measured in block transfers and seeks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by scan or by index; external sort-merge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 differ by orders of magnitude in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rules generate alternative plans; join order matters most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execution plans show the chosen algorithms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CQ9.1–CQ9.3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§15.6–15.7 and §16.3; optional §16.4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48: Lab 5 part 1 (indexes and execution plans)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9 – Query processing and query optimization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
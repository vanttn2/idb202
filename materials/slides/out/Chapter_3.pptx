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originated as Sequel at IBM; it is standardized by ANSI/ISO. Products such as SQL Server implement the standard with their own extensions (T-SQL).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3: Introduction to 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SQL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9, 10, 11, 12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Ch. 3, §3.1–3.9, pp. 65–113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basics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Overview of 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SQL data definition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Basic structure of SQL queries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and nulls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Additional basic operations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Set operations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Null values, three-valued logic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Aggregates, subqueries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Aggregate functions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Nested subqueries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Modification, semantics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Modification of the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to relational algebra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bag semantics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9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SQL, SQL data definition, basic structure of SQL queries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3, §3.1–3.3, pp. 65–78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Overview of the SQL query language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standard relational database language. It has several parts: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definition (DDL)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delete and modify relation schemas.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1488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manipulation (DML)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9748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insert, delete and modify tuples.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and views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constraints; view definitions.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389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and authorization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37760"/>
            <a:ext cx="51206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and end transactions; access rights. Also embedded and dynamic SQL.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Basic domain types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029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Fixed-length character string of length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char(n), nchar(n)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Variable-length string, maximum length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varchar(n), nvarchar(n)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smallint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Integers (machine dependent)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smallint, bigint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numeric(p,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Fixed-point number: p digits, d after the decimal 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numeric(p, d), decimal(p,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double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Floating-point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real, 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point, precision of at least n digits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may include the special value null unless the attribute is declared not null.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Schema definition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(dept_name  varchar(20),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building   varchar(15),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budget     numeric(12,2),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primary key (dept_name));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(ID         varchar(5),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name       varchar(20)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dept_name  varchar(20),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salary     numeric(8,2),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primary key (ID),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foreign key (dept_name) references department);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constraints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attributes are non-null and unique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… references: values must appear as a primary key of the referenced relation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null: the null value is not allowed for that attribute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rejects any update that violates a constraint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r deletes r; alter table r add / drop changes its schema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Basic structure: select–from–where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dept_name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name, salary * 1.1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dept_name = 'Comp. Sci.' and salary &gt; 70000;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query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lists the attributes of the result; from lists the relations; where gives a predicate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keeps duplicates by default; distinct removes them, all keeps them explicitly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 clause may contain arithmetic expressions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Queries on multiple relations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names of instructors with the building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of their department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instructor.dept_name, building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instructor, department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instructor.dept_name = department.dept_name;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instructors and the courses they taught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course_id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instructor, teaches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instructor.ID = teaches.ID;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Conceptually: form the Cartesian product of the from relations, apply the where predicate, output the select attributes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ambiguous attribute names with the relation name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evaluate such queries far more efficiently (Chapter 9)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10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basic operations, set operations, null values and three-valued logic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3, §3.4–3.6, pp. 79–90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Additional basic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rename with 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T.name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 as T, instructor as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T.salary &gt; S.salary and S.dept_name = 'Biology';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string matching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dept_name from department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building like '%Watson%';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ordering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instructor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dept_name = 'Physics'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name;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range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instructor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salary between 90000 and 100000;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does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renames relations (correlation variables) and attributes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with % (any substring) and _ (any character); escape defines an escape character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… asc / desc sorts the result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is shorthand for ≤ and 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means all attributes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Set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course_id from section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semester = 'Fall' and year = 2017)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(select course_id from section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semester = 'Spring' and year = 2018);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intersect:  in both semesters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except:     Fall 2017 but not Spring 2018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 and except eliminate duplicates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all, intersect all and except all keep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note: union all is supported; intersect all and except all are not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Null values and three-valued logic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with null yields null; a comparison with null yields unknown.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21945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and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or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where clause keeps a tuple only when its predicate is true; tuples evaluating to false or unknown are dropped. Test for null with is null / is not null.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Consequences of three-valued logic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&gt; 50000 or not (salary &gt; 50000) is unknown when salary is null, so such tuples are not returned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= null: the comparison is always unknown; use is null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and set operations treat two nulls as identical values, unlike comparisons in where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also offers is unknown / is not unknown on predicates (SQL Server note: not supported; test the attribute with is null)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CQ3.1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three-valued logic, ‘p OR NOT p’ is not always true. Collect examples of query mistakes that follow from this.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11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 and nested subqueries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3, §3.7–3.8, pp. 91–107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Aggregate functions and group by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avg(salary) as avg_salary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dept_name = 'Comp. Sci.';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count(distinct 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teaches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semester = 'Spring' and year = 2018;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 dept_name, avg(salary) as avg_salary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  avg(salary) &gt; 42000;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min, max, sum, count; sum and avg need numbers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in select that is not aggregated must appear in group by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filters groups after grouping; where filters tuples before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Aggregation with null values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aggregate functions except count(*) ignore null values in their input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counts tuples; count(A) counts the non-null values of 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input value is null (or the input is empty), count returns 0 and the other aggregates return null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sum(salary) over a column with some nulls adds only the non-null values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CQ3.3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and COUNT(attribute) can return different values on the same table. Explain why with an instance that contains nulls.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Subqueries: membership and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courses in Fall 2017 and in Spring 2018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course_id from section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semester = 'Fall' and year = 2017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course_id in (select course_id from section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where semester = 'Spring' and year = 2018);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salary greater than at least one in Biology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some (select salary from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where dept_name = 'Biology');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greater than all in Biology: &gt; all (...)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not in test set membership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some: greater than at least one value; &gt; all: greater than every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some is the same as in; &lt;&gt; all is the same as not 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note: some, any and all are supported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exists, from-clause subqueries, with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correlated subquery with exists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course_id from section as 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semester = 'Fall' and year = 2017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exists (select * from section as 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where semester = 'Spring' and year = 2018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S.course_id = T.course_id);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subquery in the from clause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dept_name, avg_salary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(select dept_name, avg(salary) as avg_salary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 instructor group by dept_name) as 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avg_salary &gt; 42000;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with clause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max_budget(value)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max(budget) from department)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dept_name from department, max_budget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department.budget = max_budget.value;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is true when the subquery result is non-empty; not exists expresses “for all” (as division does)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correlated subquery uses a name from the outer query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scalar subquery returns one value and can be used where a value is expected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note: the unique predicate on subqueries is not supported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versus NOT EXISTS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not in (subquery) is true only if x is different from every value returned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subquery returns a null, the comparison x &lt;&gt; null is unknown, so not in is never true and the query returns no rows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exists only asks whether the subquery returns any row, so a null in another column does not block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habit: use not exists, or exclude nulls inside the subquery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CQ3.2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‘x NOT IN (subquery)’ return no rows when the subquery contains NULL, while NOT EXISTS behaves differently?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Modification of the database; translating SQL queries into relational algebra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3, §3.9, pp. 108–113 · Self-study: bag semantics (worksheet)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Modification of the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instructor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dept_name = 'Finance';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course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('CS-437', 'Database Systems', 'Comp. Sci.', 4);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instructor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ID, name, dept_name, 18000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  student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 dept_name = 'Music' and tot_cred &gt; 144;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instructor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salary = case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when salary &lt;= 100000 then salary * 1.05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else salary * 1.03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end;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removes whole tuples; the where clause selects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can take values or the result of a query; the query is evaluated before any insertion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can use case to choose a new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checked on every modification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SQL into relational algebra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A1, A2, ..., 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r1, r2, ..., 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corresponds to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A1, A2, ..., An ( σ P ( r1 × r2 × ... × rm ) 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example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instructor, teaches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instructor.ID = teaches.ID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 course_id = 'CS-101'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 (σ instructor.ID = teaches.ID ∧ course_id = "CS-101"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(instructor × teaches))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correspondence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→ Cartesian product; where → selection; select → projection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aggregates → the aggregation operator 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holds only with select distinct: algebra works on sets, SQL on multisets (bags)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Self-study: bag (multiset) semantics of 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tables and query results are multisets: a tuple may occur several times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keeps duplicates; select distinct removes them; union all keeps them, union removes them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algebraic laws of sets fail for bags; for example, in bag semantics r ∪ r is not equal to 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DSC Ch. 3, §3.3–3.5 and §3.7 with this question in mind, and complete the worksheet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semantics is self-study. It is assessed in Progress test 1 and in the final exam.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CQ3.1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three-valued logic, ‘p OR NOT p’ is not always true. Which everyday query mistakes follow from this?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where clause that silently drops tuples with nulls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 = null?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query be rewritten?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§3.6 Null values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CQ3.2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‘x NOT IN (subquery)’ return no rows when the subquery contains NULL, while NOT EXISTS behaves differently?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not in into a conjunction of &lt;&gt; comparisons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comparison with a null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definition of not exists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§3.6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§3.8 (set membership, exists)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CQ3.3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COUNT(*) and COUNT(attribute) can return different values on the same table. Why, and what does this show about how aggregates treat NULL?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three-row instance with one null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count(*), count(A), sum(A), avg(A)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aggregates ignore nulls?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§3.7 Aggregate functions (aggregation with null values)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DDL with types and constraints; DML with select–from–where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like, order by, between; union / intersect / except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make comparisons unknown; where keeps only true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with group by and having; aggregates ignore nulls except count(*)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Subqueries: in, some / all, exists, from-clause subqueries, with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corresponds to Π σ × of relational algebra, but works on bags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CQ3.1–CQ3.3 and submit an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bag-semantics worksheet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13–14: Lab 1 (DSC Ch. 3 Exercises, pp. 115–123)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3 – Introduction to SQL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
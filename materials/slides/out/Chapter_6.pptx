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pitfalls named in DSC §6.1: redundancy (the same information repeated, leading to inconsistency) and incompleteness (aspects of the enterprise that cannot be modeled).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Notation: a directed line (arrow) towards an entity set means 'one'; an undirected line means 'many'. Example: advisor as one-to-many from instructor to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lecturer synthesis connecting §6.9 to the CQs; it does not quote a single DSC passage.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6: The E-R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using the E-R model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27, 28, 29, 30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Ch. 6, §6.1–6.7 and §6.9, pp. 241–284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6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E-R basics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The design process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Entity sets and relationship sets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Complex attributes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and keys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Mapping cardinalities, participation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Primary keys, weak entity sets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Redundant attributes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E-R diagrams to relational schemas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§6.8 Extended E-R 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9828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issues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 Design issues; limits of the E-R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§6.10–6.11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CQ6.1–CQ6.3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27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process, the entity-relationship model and complex attributes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6, §6.1–6.3, pp. 241–251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Overview of the design process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moves from what the users need to how the data is stored.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data the users need and what operations (functional requirements) they will perform.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data model and describe the enterprise at a high level, e.g. with an E-R diagram.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design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conceptual schema to the implementation data model: relational schemas.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389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design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file organization and indexes (Chapters 8–9 of this course).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 The entity-relationship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thing or object distinguishable from all other objects, e.g. one instructor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set: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entities of the same type sharing the same attributes, e.g. instructor, student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association among several entities; a relationship set is a set of such associations, e.g. advisor between instructor and student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attribute: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of a relationship set, e.g. the date on which an instructor became a student's advisor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participating entity sets; binary relationship sets are the most common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when the same entity set participates more than once (recursive relationship set), e.g. course and prerequisite in prereq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 notation (DSC)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Rectangle: entity set, attributes listed inside, primary key underlined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Diamond: relationship set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connect them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 Complex attributes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(university database)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/ composite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attributes are divided into subparts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name: first_name, middle_initial, last_name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 / multivalued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multivalued attribute holds a set of values for one 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{phone_number} of an instructor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computed from other attributes, not stored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age(), derived from date_of_birth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of permitted values of an attribute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credits: positive integers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missing or not applicable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apartment_number of a house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composite subparts are indented, multivalued attributes in braces, derived attributes with ().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28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cardinalities, primary keys and removing redundant attributes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6, §6.4–6.6, pp. 252–263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 Mapping cardinalities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binary relationship set R between entity sets A and B: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in A is associated with at most one entity in B, and vice versa.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in A is associated with any number of entities in B; an entity in B with at most one in 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Many-to-one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in A is associated with at most one entity in B; an entity in B with any number in 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389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Many-to-many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in either set is associated with any number of entities in the other.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 and cardinality limits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every entity in E participates in at least one relationship in R (double line)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some entities may not participate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every student must have an advisor, so student participates totally in advisor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Cardinality limits l..h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 the line between entity set and relationship 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minimum, h = maximum number of relationships per entity; * means no limit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1..1 on the student side of advisor: each student has exactly one advisor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 on the instructor side: an instructor advises zero or more students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Primary keys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sets: a primary key is chosen among the attributes; no two entities have the same key value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sets: a relationship is identified by the primary keys of the participating entities, plus descriptive attributes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= union of the primary keys of the participating entity sets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/ many-to-one: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= primary key of the entity set on the 'many' side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key of either participating entity set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Non-binary relationship sets: if there is no cardinality constraint, the union of the primary keys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Weak entity sets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entity set's existence depends on another entity set, its identifying entity set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section depends on course; sections are identified by course_id together with sec_id, semester and year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attributes that distinguish weak entities of the same strong entity (sec_id, semester, year)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of the weak entity set = primary key of the identifying entity set + discriminator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entity set participates totally in the identifying relationship (e.g. sec_course), which is many-to-one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rectangle: weak entity set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diamond: identifying relationship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underline: discriminator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 Removing redundant attributes in entity sets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relationship sets are chosen, some attributes of entity sets become redundant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dept_name in instructor repeats the information in the relationship inst_dept between instructor and department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dept_name from instructor; it reappears in the relational schema when inst_dept is reduced (session 29)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both creates two places to record the same fact, a source of inconsistency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should be represented exactly once in the E-R model; the relational schema adds attributes back where the reduction requires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29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E-R diagrams to relational schemas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6, §6.7, pp. 264–270 · Self-study: §6.8 Extended E-R features, pp. 271–278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 Reduction rules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29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E-R construct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entity set, simple attributes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relation with the same attributes and 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attribute per component; the composite itself is not stored, e.g. street, city, … for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Multivalued attribute M of 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separate relation: primary key of E + M, all as primary key; foreign key to E, e.g. instructor_phone(ID, phone_number)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stored; can be computed in a view or a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entity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+ primary key of the identifying entity set; foreign key to it, e.g. section(course_id, sec_id, semester, year, 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keys of the participating entity sets + descriptive attributes; foreign keys to each entity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Redundancy and combination of schemas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of an identifying relationship (e.g. sec_course) is redundant: the weak entity set's relation already holds the same information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 relationship set from A to B with total participation of A: its schema can be combined with A's schema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inst_dept is combined with instructor, so instructor(ID, name, dept_name, salary) with dept_name a foreign key to department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participation is partial, combining is still possible; entities without a relationship get null in the foreign-key attributes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the reduction in SQL Server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instructor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varchar(5)  primary key,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varchar(20)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dept_name varchar(20) references department,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   numeric(8,2));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instructor_phone (     -- multivalued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varchar(5) references instructor,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phone_number varchar(15),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(ID, phone_number));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advisor (              -- many-to-one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s_ID varchar(5) primary key references student,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i_ID varchar(5) not null references instructor);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Choices made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key of advisor is s_ID only: the 'many' side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on i_ID: every advisor row names an instructor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 of student in advisor needs more than a foreign key, e.g. a trigger or a combined schema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asks for this kind of implementation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Self-study: §6.8 Extended E-R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subgroups of an entity set with extra attributes, e.g. person → employee, student (ISA)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hierarchy found bottom-up from common features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or disjoint; total or partial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inheritance: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lower-level entity sets inherit attributes and relationships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 relationship set as an entity set so it can take part in other relationships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generalization: one relation per entity set (lower levels keep the key), or only lower-level relations if total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 topic; assessed in Progress test 2 and the final exam.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30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design issues; limits of the E-R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6, §6.9, pp. 279–284 · Self-study: §6.10–6.11 Alternative notations and other aspects of design, pp. 285–291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 Design issues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Guideline from DSC §6.9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set or attribute?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an entity set when we need to keep extra information about the object, e.g. phone with location and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set or relationship set?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relationship set for an action between entities; an entity set if the action has its own identity, e.g. registration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or n-ary?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n-ary relationship can be replaced by an artificial entity set and n binary relationship sets, at a cost (see CQ6.2)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 attributes go?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of a one-to-many relationship set can be moved to the 'many' entity set; for many-to-many they must stay on the 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of the E-R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records keys, cardinalities and participation, but many business rules have no graphical notation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limits that depend on aggregates (a maximum number of credits per semester), conditions over time, rules that relate attribute values of different entities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rules are recorded as text beside the diagram and enforced by check constraints, triggers or application code (Chapters 4–5)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reduction of a ternary relationship to binary ones may lose information or constraints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(Chapter 7) gives a formal test of a design, which the E-R model alone does not provide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CQ6.1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a grade an attribute of the enrollment relationship and not of STUDENT or SECTION? What goes wrong if it is placed on either entity?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grades does one student have? One section?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entity pair does one grade belong to?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to §6.9 placement of relationship attributes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§6.2 (descriptive attributes)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§6.9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CQ6.2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ternary relationship always equivalent to three binary relationships? Construct a counterexample.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instructor, student and project (proj_guide)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two different ternary instances that give the same three binary projections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artificial entity set approach add?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§6.9 (binary versus n-ary relationship sets)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CQ6.3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a business rule of the university database that cannot be drawn in an E-R diagram. How should a designer record and enforce it?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constraints does the notation support?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the rule be enforced: check, trigger, procedure, application?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maintains the documentation?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§6.4–6.5, §6.11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§4.4, §5.3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requirements → conceptual (E-R) → logical (relational) → physical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sets, relationship sets, roles, complex attributes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cardinalities, participation and cardinality limits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of relationship sets; weak entity sets with discriminators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rules turn an E-R diagram into relational schemas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 and the rules an E-R diagram cannot express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CQ6.1–CQ6.3 and submit an answer within one week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§6.8 Extended E-R features; §6.10–6.11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31: Lab 4 (E-R design and implementation)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6 – Database design using the E-R model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
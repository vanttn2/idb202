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41 was not listed in the request for Chapter_8.pptx; it is included because the Schedule assigns Slides: Chapter 8 to it. Remove these slides if they are not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Splits occur when inserting 7, 17, 23 and 31. Inserting 31 makes the root [5 11 19 29] overflow (5 pointers): the first 3 pointers stay with keys 5, 11; key 19 moves up to a new root; the last 2 pointers go to a new node with key 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  ·  Chapter 8: Storage and indexing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8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 structures and indexing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41, 42, 43, 44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textbook: Silberschatz, Korth &amp; Sudarshan, Database System Concepts, 7th ed. (2020) – DSC Ch. 13, §13.1–13.3, §13.5; Ch. 14, §14.1–14.3, §14.5, §14.7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8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 Storage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13.2–13.3 Files and records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 Database buffer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 Basic concepts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 Ordered indices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 B+-trees: structure, search, height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Updates and hashing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 B+-tree insertion, deletion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 Hash indices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 Creation of indices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9828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10412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0412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B+-tree insertion by hand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cost: index versus scan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CQ8.1–CQ8.3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41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storage architecture, file organization, organization of records, database buffer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13, §13.1–13.3, pp. 587–601; §13.5, pp. 604–610 · Self-study: §12.1, pp. 559–561; §12.6, pp. 577–579; §13.4, pp. 602–603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13.1 Database storage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lives on non-volatile storage (magnetic disk, flash/SSD); it must be brought into main memory to be processed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mapped to files, maintained by the operating system or by the database system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divided into fixed-size blocks: the unit of storage allocation and of data transfer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holds several records; the cost of a query is dominated by the number of block transfers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file organization: minimize block transfers by keeping related records in the same block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note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 are divided into 8 KB pages; 8 contiguous pages form an extent. A page is the unit of I/O.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13.2 File organization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fixed and of variable length: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96596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Fixed-length records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512064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 starts at byte n × (i − 1), where n is the record size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Deletion: move records, or keep a free list of deleted slots linked from the file header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should not cross block boundaries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217920" y="196596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Variable-length records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60320"/>
            <a:ext cx="512064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 from varchar attributes, nullable attributes and multiple record types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Slotted-page structure: a block header records the number of entries, the end of free space, and the location and size of each record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can move inside the page; outside pointers point to the header entry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objects (blob, clob) are often stored separately and referenced from the record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 Organization of records in files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138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record can be placed anywhere there is space; free-space maps help find 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stored in search-key order, linked by pointers; good for ordered reads, needs reorganization after many inserts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Multitable clustering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 records of several relations stored in the same block, e.g. a department with its instructors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B+-tree file organization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stored in the leaves of a B+-tree (session 43)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hash function on an attribute decides the block of each record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relation is split into smaller relations, e.g. by year, stored separately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Server: a table without a clustered index is a heap; with one, rows are stored in the leaf level of a B+-tree.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 The database buffer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buffer is the part of main memory holding copies of disk blocks; the buffer manager allocates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for a block is served from the buffer if possible; otherwise a block is evicted and the requested one is read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blocks: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being used may not be written back or evicted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policy: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is common; for some access patterns, e.g. repeated scans in a nested-loop join, MRU is better; toss-immediate frees a block once it has been processed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output: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block to disk even if its space is not needed, used by recovery (Chapter 10)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can predict its access pattern better than the operating system, which motivates its own buffer manager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42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Indexing: basic concepts, ordered indices, B+-tree structure, search and height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14, §14.1–14.2, pp. 623–633; §14.3 (structure and queries), pp. 634–649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14.1 Basic concepts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on a search key maps key values to the records that have them.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Ordered indices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3200400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sorted ordering of the search-key values.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indices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697480"/>
            <a:ext cx="3200400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distributing values uniformly across buckets with a hash function.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factors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97480"/>
            <a:ext cx="3200400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types supported (point, range), access time, insertion time, deletion time, space overhead.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 Ordered indices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versus nonclustering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(primary) index: its search key also defines the order of the file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Nonclustering (secondary) index: search-key order differs from file order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can have only one clustering index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index must be dense: every search-key value has an entry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Dense, sparse, multilevel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 an entry for every search-key value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Sparse: entries for some values only; possible only for a clustering index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index with one entry per block: a good trade-off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index: an index on the index, when the index itself is too large for memory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14.3 B+-tree structure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tree: every path from the root to a leaf has the same length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holds up to n − 1 search-key values K1 &lt; K2 &lt; … and up to n pointers P1 … Pn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⌈(n − 1)/2⌉ and n − 1 values; Pi points to the record(s) with Ki; Pn points to the next leaf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Non-leaf nodes: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⌈n/2⌉ and n pointers; the subtree of Pi holds values ≥ Ki−1 and &lt; Ki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2 children unless it is a leaf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chained leaves allow range scans in key order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Non-unique keys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§14.3 makes search keys unique by adding a uniquifier, e.g. the primary key, to the search key.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and height of a B+-tree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find(v)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 := root;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C is not a leaf node 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:= smallest number with v &lt;= C.Ki;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there is no such i then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 := last non-null pointer in 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v = C.Ki then C := C.P(i+1)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C := C.Pi;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C is a leaf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some i has C.Ki = v then return C.Pi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return null;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analysis (DSC §14.3)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≤ ⌈log⌈n/2⌉(N)⌉ for N search-key values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4 KB blocks, about 40 bytes per entry, so n ≈ 100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1,000,000: at most ⌈log50(1,000,000)⌉ = 4 nodes on the path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binary tree would need about 20 node accesses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43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B+-tree insertion and deletion (main idea); hash indices; creation of indices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14, §14.3 (updates), pp. 634–649; §14.5–14.7, pp. 658–664 · Self-study: §14.4, pp. 650–657; §14.6; optional §13.6, pp. 611–614; §14.8, pp. 665–669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B+-tree insertion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leaf where the value belongs; if there is room, insert it in order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split: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 values, keep the first ⌈n/2⌉ in the original leaf and move the rest to a new leaf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smallest value of the new leaf, with a pointer to it, into the parent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Non-leaf split: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first ⌈(n + 1)/2⌉ pointers; the key between the two halves moves up to the parent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can propagate to the root; a root split adds a level, so the tree stays balanced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(main idea)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entry. If a node becomes too empty, coalesce it with a sibling or redistribute entries; changes may propagate up and can reduce the height.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 Hash indices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hashing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function h maps search-key values to buckets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bucket holds entries; overflow buckets are chained when it is full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equality lookups; useless for range queries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as the file grows if the number of buckets is fixed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static hashing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hashing (e.g. extendable or linear hashing) changes the number of buckets as the data grows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is also used inside query processing (hash join, Chapter 9)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note: hash indexes exist only for memory-optimized tables; ordinary indexes are B+-trees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 Creation of indices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dept_index on instructor (dept_name);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unique index ins_name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instructor (name);        -- rejects duplicates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SQL Server specific forms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clustered index cx_takes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takes (ID, course_id, sec_id, semester, year);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nonclustered index ix_takes_course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takes (course_id) include (grade);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automatically create an index on the primary key (and on unique constraints)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Server: the primary key gets a clustered index by default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adds non-key columns to the leaf level so a query can be answered from the index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index speeds up some queries and slows down every update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44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exercises: B+-tree insertion by hand; hashing; I/O cost of index lookups versus table scans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14 Exercises, pp. 679–682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1: B+-tree insertion by hand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B+-tree with n = 4 (at most 3 values per leaf) by inserting, in this order: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2, 3, 5, 7, 11, 17, 19, 23, 29, 31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split rules of session 43; draw the tree after every split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repeat with n = 6 and compare the heights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(n = 4)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[19]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[5 | 11]   [29]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Leaves: [2 3] [5 7] [11 17] [19 23] [29 31]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2: hashing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file has 8 buckets and h(K) = K mod 8; each bucket holds 2 entries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3, 11, 19, 8, 16, 27, 5 and draw the buckets with overflow chains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buckets overflow? What does this say about the choice of hash function for these keys?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this hash index not answer: K between 5 and 15?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3: 3, 11 → overflow 19, 27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0: 8,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5: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3 overflows: keys sharing the same residue mod 8 cluster in one bucket.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3: index lookup versus table scan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r: 100,000 tuples, 100 tuples per block, so br = 1,000 blocks. Secondary B+-tree index of height 3.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32918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plan (block transfers)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scan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Equality on a key: 1 tuple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+ 1 =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on average (stop when found)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returning 50 tuples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3 + 50 = 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returning 5,000 tuples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3 + 5,000 = 5,003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index: in the worst case one block transfer per matching tuple. Costs follow the model of DSC §15.2–15.3 (seek costs ignored).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CQ8.1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a B+-tree node the size of a disk block instead of holding a single key as in a binary search tree?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one block transfer cost compared with processing a node in memory?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log2(N) with log50(N) for N = 1,000,000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fan-out if nodes are small?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§14.3 (height analysis)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DSC §12.6 Disk-block access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CQ8.2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can a full table scan be cheaper than using an index? Design an experiment that shows it.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Exercise 3: where is the break-even selectivity?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versus secondary index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SQL Server: set statistics io on; compare logical reads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§14.2, §15.3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part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CQ8.3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Could a machine-learning model replace an index? What would you need to measure to decide?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maps a key to a position: what does a model predict?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time, accuracy, size, cost of updates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guarantees does a B+-tree give that a model does not?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Kraska et al., The case for learned index structures, SIGMOD 2018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§14.3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next steps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676656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6400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in blocks; block transfers dominate the cost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Slotted pages, heap and sequential files, clustering; the buffer manager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versus secondary, dense versus sparse indices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B+-trees: balanced, high fan-out, logarithmic height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by splitting; hash indices for equality lookups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is not always cheaper than a scan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7498080" y="1371600"/>
            <a:ext cx="4206240" cy="480060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next session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965960"/>
            <a:ext cx="384048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CQ8.1–CQ8.3 and submit an answer within one week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§14.4, §14.6; optional §13.6, §14.8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DSC Ch. 15, §15.1–15.4, pp. 689–703 for session 45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IDB201 Chapter 8 – Data storage structures and indexing</dc:title>
  <dc:subject>PptxGenJS Presentation</dc:subject>
  <dc:creator>IDB201 course team</dc:creator>
  <cp:lastModifiedBy>IDB201 course team</cp:lastModifiedBy>
  <cp:revision>1</cp:revision>
  <dcterms:created xsi:type="dcterms:W3CDTF">2026-10-24T01:30:27Z</dcterms:created>
  <dcterms:modified xsi:type="dcterms:W3CDTF">2026-10-24T01:30:27Z</dcterms:modified>
</cp:coreProperties>
</file>
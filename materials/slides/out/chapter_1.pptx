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classic problems listed in DSC §1.2. Each later chapter answers one of them: integrity constraints (Ch. 4), transactions and concurrency control (Ch. 10), authorization (self-study §4.7).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CQ1.1: physical data independence is exactly what applications would lose if they had to know how and where each record is stored.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Chapters 6 and 7 of the course cover conceptual and logical design; Chapter 8 touches physical design (indexes, file organization).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  ·  Chapter 1: Introduction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introduction and database-system concepts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1, 2,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textbook: Silberschatz, Korth &amp; Sudarshan, Database System Concepts, 7th ed. (2020) – Ch. 1, §1.1–1.7, pp. 1–23; Appendix 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1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and data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329184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Syllabus, assessment and how we work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Database-system applications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Purpose of database systems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View of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 and engine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606040"/>
            <a:ext cx="329184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Database languages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Database design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Database engine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Database and application architecture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and set-up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606040"/>
            <a:ext cx="329184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Constructivist questions CQ1.1–CQ1.3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SQL Server and SSMS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sample university database (DSC Appendix 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introduction; database-system applications, purpose of database systems, view of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1, §1.1–1.3, pp. 1–12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IDB201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credits, 60 sessions × 45 minutes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1, no prerequisite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Textbook: Database System Concepts, 7th ed. (DSC)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and research-oriented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foundations, algorithms, correctness and system internals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Microsoft SQL Server with SSMS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style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assigned DSC sections before each theory session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self-study for abstract topics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Constructivist questions at the end of each chapter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learning outcomes (CLOs)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241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will be able to 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fundamental concepts of database systems and relate them to the research contributions that introduced them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 database from requirements: E-R model, justified alternatives, relational schema with precise keys and constraints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Formulate queries in relational algebra and relational calculus, prove simple equivalences, explain limits of expressive power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Independently write correct SQL and T-SQL, from joins and nested subqueries to views, procedures and triggers; explain NULLs and duplicates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 and improve schemas with functional-dependency theory; decompose to 3NF/BCNF with lossless join and dependency preservation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physical design and query execution choices using I/O cost models and controlled experiments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 schedules for serializability and recoverability; justify locking, isolation levels and write-ahead logging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 a small, reproducible research study and report it academically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28016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involves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Labs (5) and constructivist-question answers (9)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Labs 6% (1.2% each); CQ answers 4% in 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test 1 (session 26)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Chapters 1–5; 20 MCQ + 2 written items, 30 minutes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test 2 (session 40)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Chapters 6–7; 20 MCQ + 2 written items, 30 minutes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Assignment: group project (3–4 students)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one database for your domain, then answer research questions by experiment; 2 milestones and a final presentation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exam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MCQ, 60 minutes, all chapters including self-study (about 20% of items)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Completion: every on-going component &gt; 0; final exam ≥ 5 and final result ≥ 5. Attend at least 80% of sessions to sit the final exam.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“research-oriented” means in this course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why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technique is explained by the problem it solves and by its limits.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554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formally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0312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proofs: algebra equivalences, FD theory, serializability.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0906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0919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091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0919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64058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and the project use hypotheses, measurements and evidence (the ‘Investigate’ parts).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90906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0919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091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0919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it up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64058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project ends with an academic report that cites related 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Database-system applications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database-management system (DBMS) is a collection of interrelated data and a set of programs to access those data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store and retrieve information conveniently and efficiently, and keep it safe despite crashes and unauthorized access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are everywhere: enterprise information (sales, accounting, human resources), manufacturing, banking and finance, universities, airlines, telecommunications, web services, document databases, navigation systems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 of use: online transaction processing (many users, small updates) and data analytics (drawing conclusions from large volumes of data)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example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textbook, this course uses a university database: departments, instructors, students, courses, sections and enrollments (DSC Appendix 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Purpose of database systems: why not files?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Redundancy and inconsistency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stored in several files; copies drift apart.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554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 accessing data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request needs a new program.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246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isolation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scattered across files in different formats.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06324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24612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246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problems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rules buried in application code; hard to add or change.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9377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Atomicity problems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486400"/>
            <a:ext cx="5120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in the middle of a transfer can leave data half-updated.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475488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493776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49377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Concurrent-access anomalies and security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5486400"/>
            <a:ext cx="5120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updates interfere; hard to restrict who sees what.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View of data: data models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model is a collection of conceptual tools for describing data, data relationships, data semantics and consistency constraints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tables (relations); the most widely used model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model: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and relationships; widely used for database design (Chapter 6)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model: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of the same type may have different attributes (e.g. JSON, XML)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Object-based model: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ideas integrated into relational systems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focus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model is the core of IDB201: its mathematics (Chapter 2), its languages (Chapters 2–5) and its design theory (Chapter 7).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Data abstraction and instances vs. schemas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levels of abstraction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level: </a:t>
            </a:r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are actually stored (complex low-level structures)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level: </a:t>
            </a:r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are stored and what relationships exist among them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level: </a:t>
            </a:r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part of the database, tailored to a group of users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and instance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</a:t>
            </a:r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design of the database; changes rarely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Instance: </a:t>
            </a:r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stored at a particular moment; changes all the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independence: </a:t>
            </a:r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programs do not change when the physical schema changes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 relation in the university database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| name        | dept_name   | salary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-------+-------------+-------------+--------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22222  | Einstein    | Physics     | 95000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12121  | Wu          | Finance     | 90000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32343  | El Said     | History     | 60000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45565  | Katz        | Comp. Sci.  | 75000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98345  | Kim         | Elec. Eng.  | 80000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table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instructor(ID, name, dept_name, salary)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instructor; each column an attribute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rows are an instance of this schema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follow the style of the DSC university examples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languages, database design, the database engine, database and application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1, §1.4–1.7, pp. 13–23 · Self-study: §1.8–1.9, pp. 24–28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Database languages: DDL and DML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Data-definition language (DDL)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the database schema and additional properties of the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consistency constraints: domain constraints, referential integrity, authorization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DDL output is stored in the data dictionary (metadata: data about data)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Data-manipulation language (DML)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insertion, deletion and modification of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DML: </a:t>
            </a:r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specifies what data are needed and how to get them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(nonprocedural) DML: </a:t>
            </a:r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specifies only what data are needed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language is the part of a DML that retrieves information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as DDL and DML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DDL: define a relation schema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department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(dept_name  varchar(20),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building   varchar(15),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budget     numeric(12,2),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primary key (dept_name));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DML: a declarative query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instructor.name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instructor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instructor.dept_name = 'History';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declarative: the query states what is wanted, not how to find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primary-key clause is a constraint the DBMS enforces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send SQL through APIs such as ODBC and JDBC (more in Chapter 4, §5.1)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Database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the data needs of the prospective users.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554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design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0312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data model and translate requirements into a conceptual schema (e.g. an E-R diagram).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0906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0919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091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0919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design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64058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conceptual schema to the implementation data model (relational schemas).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90906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0919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091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0919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design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64058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physical features: file organization and internal storage structures.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 The database engine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manager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between low-level data and application programs and queries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authorization and integrity manager, transaction manager, file manager, buffer manager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data files, the data dictionary and indices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processor and transaction management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interpreter, DML compiler (with query optimization) and query evaluation engine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Transactions: a collection of operations that is a single logical unit of work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Atomicity, consistency, isolation and durability (studied in Chapter 10)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 Database and application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and client–server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server machine runs the database; clients send requests.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554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and distributed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0312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machines in one data center, or geographically spread sites.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0906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0919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091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0919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Two-tier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64058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on the client talks to the database directly (e.g. through ODBC/JDBC).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90906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0919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091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0919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64058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talks to an application server, which talks to the database; typical for web applications.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Self-study for this session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§1.8 Database users and administrators: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users, application programmers, sophisticated users; the database administrator (DBA) and their functions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§1.9 History of database systems: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punched cards and tapes, through hierarchical and network models, to Codd's relational model and today's big-data and cloud systems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in Progress test 1 and the final exam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tip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reading §1.9, note which problem each generation of systems tried to solve. This prepares CQ1.2.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of constructivist questions CQ1.1–CQ1.3; tool set-up (not graded)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Appendix A, pp. 1287–1298 (university schema)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CQ1.1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Codd separated the logical view of data from its physical storage. What would be lost if applications had to know how and where each record is stored?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a program when a file is reorganized or an index is added?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answer to physical data independence (§1.3)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concrete example from the university database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§1.3 (data abstraction, instances and schemas)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§1.9 (history)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CQ1.2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new data models (XML, document, graph, vector) keep appearing, and why do many of them end up adding SQL-like features?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problem did each new model try to solve?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users eventually ask for: declarative queries, constraints, transactions?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new model a replacement or an extension?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§1.3 (data models)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§1.9 (history of database systems)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CQ1.3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is a database system NOT the right tool? Give a concrete example and justify it.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costs of a DBMS: set-up, administration, overhead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file-processing problems of §1.2 does your example not have?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with the characteristics of the data and the users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§1.2 (purpose of database systems)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§1.6 (database engine)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a constructivist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of CQ1.1–CQ1.3 and submit a short written answer on the LMS within one week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answer states a claim, justifies it with the textbook and gives one concrete example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graded on reasoning, use of the textbook and clarity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constructivist-question answers together count for 4% of the course grade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the section you rely on (for example, DSC §1.3) and explain it in your own words.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set-up (not graded)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(Developer or Express edition)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Management Studio (SSMS)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the sample database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provided script to create the university database of DSC Appendix 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tables department, instructor, student, course, section, takes, teaches exist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it works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select * from department;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select name from instructor where dept_name = 'Physics';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next steps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676656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640080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DBMS manages interrelated data and the programs that access them, solving the problems of file-processing systems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describe data; the relational model is the focus of this course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abstraction give physical data independence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defines schemas and constraints; DML (SQL) queries and modifies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engine = storage manager + query processor + transaction management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7498080" y="1371600"/>
            <a:ext cx="4206240" cy="4800600"/>
          </a:xfrm>
          <a:prstGeom prst="roundRect">
            <a:avLst>
              <a:gd name="adj" fmla="val 2609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2668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next session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965960"/>
            <a:ext cx="384048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one CQ1 answer within one week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tool set-up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DSC Ch. 2, §2.1–2.4, pp. 37–46 for session 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IDB201 Chapter 1 – Course introduction and database-system concepts</dc:title>
  <dc:subject>PptxGenJS Presentation</dc:subject>
  <dc:creator>IDB201 course team</dc:creator>
  <cp:lastModifiedBy>IDB201 course team</cp:lastModifiedBy>
  <cp:revision>1</cp:revision>
  <dcterms:created xsi:type="dcterms:W3CDTF">2026-10-24T01:30:27Z</dcterms:created>
  <dcterms:modified xsi:type="dcterms:W3CDTF">2026-10-24T01:30:27Z</dcterms:modified>
</cp:coreProperties>
</file>